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206plus" initials="2" lastIdx="1" clrIdx="0"/>
  <p:cmAuthor id="1483810881" name="WPS_1679281038" initials="W" lastIdx="1" clrIdx="2"/>
  <p:cmAuthor id="1" name="Jianfeng Wang （王建锋）" initials="JW（" lastIdx="1" clrIdx="0"/>
  <p:cmAuthor id="8" name="Zhenglue_Wen" initials="Z" lastIdx="1" clrIdx="7"/>
  <p:cmAuthor id="2" name="zhou shu" initials="zs" lastIdx="5" clrIdx="1"/>
  <p:cmAuthor id="9" name="Administrator" initials="A" lastIdx="1" clrIdx="8"/>
  <p:cmAuthor id="3" name="孙正启" initials="szq" lastIdx="5" clrIdx="2"/>
  <p:cmAuthor id="4" name="zhou_shu" initials="z" lastIdx="1" clrIdx="3"/>
  <p:cmAuthor id="5" name="周澍" initials="周" lastIdx="1" clrIdx="4"/>
  <p:cmAuthor id="75" name="作者" initials="A" lastIdx="0" clrIdx="2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8.xml"/><Relationship Id="rId7" Type="http://schemas.openxmlformats.org/officeDocument/2006/relationships/commentAuthors" Target="commentAuthors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image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版面2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1"/>
            <a:ext cx="12192000" cy="648000"/>
          </a:xfrm>
          <a:prstGeom prst="rect">
            <a:avLst/>
          </a:prstGeom>
          <a:gradFill>
            <a:gsLst>
              <a:gs pos="47000">
                <a:srgbClr val="133B44"/>
              </a:gs>
              <a:gs pos="10000">
                <a:srgbClr val="13686D">
                  <a:lumMod val="98000"/>
                  <a:lumOff val="2000"/>
                </a:srgbClr>
              </a:gs>
              <a:gs pos="78000">
                <a:srgbClr val="162836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77150" y="108001"/>
            <a:ext cx="2086988" cy="432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21"/>
          <p:cNvSpPr txBox="1"/>
          <p:nvPr/>
        </p:nvSpPr>
        <p:spPr>
          <a:xfrm>
            <a:off x="-635" y="-6985"/>
            <a:ext cx="10105390" cy="6477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</a:lstStyle>
          <a:p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“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项目号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”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拉伸性能</a:t>
            </a:r>
            <a:endParaRPr lang="en-US" altLang="zh-CN" sz="2800" dirty="0"/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224155" y="668020"/>
          <a:ext cx="6256655" cy="6154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9820"/>
                <a:gridCol w="589915"/>
                <a:gridCol w="658495"/>
                <a:gridCol w="923925"/>
                <a:gridCol w="809625"/>
                <a:gridCol w="760730"/>
                <a:gridCol w="706755"/>
              </a:tblGrid>
              <a:tr h="362585">
                <a:tc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试样</a:t>
                      </a:r>
                      <a:endParaRPr lang="zh-CN" altLang="en-US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编号</a:t>
                      </a:r>
                      <a:endParaRPr lang="zh-CN" altLang="en-US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zh-CN" altLang="en-US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板厚</a:t>
                      </a:r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/mm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Rp0.2/MPa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Rm/MPa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Ag/%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A/%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19898D"/>
                    </a:solidFill>
                  </a:tcPr>
                </a:tc>
              </a:tr>
              <a:tr h="321310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3083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标准差  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0675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94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067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标准差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标准差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0675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94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067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标准差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7.xml><?xml version="1.0" encoding="utf-8"?>
<p:tagLst xmlns:p="http://schemas.openxmlformats.org/presentationml/2006/main">
  <p:tag name="TABLE_ENDDRAG_ORIGIN_RECT" val="492*433"/>
  <p:tag name="TABLE_ENDDRAG_RECT" val="18*66*492*433"/>
</p:tagLst>
</file>

<file path=ppt/tags/tag8.xml><?xml version="1.0" encoding="utf-8"?>
<p:tagLst xmlns:p="http://schemas.openxmlformats.org/presentationml/2006/main">
  <p:tag name="commondata" val="eyJoZGlkIjoiMDg4OWYyZDk2MzQyZDBkNTMxMmE3ZDQ4ZDFjNTY3YTMifQ=="/>
</p:tagLst>
</file>

<file path=ppt/theme/theme1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</Words>
  <Application>WPS 演示</Application>
  <PresentationFormat>宽屏</PresentationFormat>
  <Paragraphs>32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微软雅黑 Light</vt:lpstr>
      <vt:lpstr>Arial</vt:lpstr>
      <vt:lpstr>Arial Unicode MS</vt:lpstr>
      <vt:lpstr>Calibri</vt:lpstr>
      <vt:lpstr>1_WPS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张桢</cp:lastModifiedBy>
  <cp:revision>159</cp:revision>
  <dcterms:created xsi:type="dcterms:W3CDTF">2019-06-19T02:08:00Z</dcterms:created>
  <dcterms:modified xsi:type="dcterms:W3CDTF">2026-01-05T05:41:10Z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2052-12.1.0.17133</vt:lpwstr>
  </property>
  <property fmtid="{D5CDD505-2E9C-101B-9397-08002B2CF9AE}" pid="3" name="ICV">
    <vt:lpwstr>09E2CBA7819E4460886E4C44F83B96BF_11</vt:lpwstr>
  </property>
</Properties>
</file>