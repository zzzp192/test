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9" r:id="rId9"/>
    <p:sldId id="260" r:id="rId10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206plus" initials="2" lastIdx="1" clrIdx="0"/>
  <p:cmAuthor id="1483810881" name="WPS_1679281038" initials="W" lastIdx="1" clrIdx="2"/>
  <p:cmAuthor id="1" name="Jianfeng Wang （王建锋）" initials="JW（" lastIdx="1" clrIdx="0"/>
  <p:cmAuthor id="8" name="Zhenglue_Wen" initials="Z" lastIdx="1" clrIdx="7"/>
  <p:cmAuthor id="2" name="zhou shu" initials="zs" lastIdx="5" clrIdx="1"/>
  <p:cmAuthor id="9" name="Administrator" initials="A" lastIdx="1" clrIdx="8"/>
  <p:cmAuthor id="3" name="孙正启" initials="szq" lastIdx="5" clrIdx="2"/>
  <p:cmAuthor id="4" name="zhou_shu" initials="z" lastIdx="1" clrIdx="3"/>
  <p:cmAuthor id="5" name="周澍" initials="周" lastIdx="1" clrIdx="4"/>
  <p:cmAuthor id="75" name="作者" initials="A" lastIdx="0" clrIdx="24"/>
  <p:cmAuthor id="6" name="W" initials="W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7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7" Type="http://schemas.openxmlformats.org/officeDocument/2006/relationships/commentAuthors" Target="commentAuthors.xml"/><Relationship Id="rId8" Type="http://schemas.openxmlformats.org/officeDocument/2006/relationships/tags" Target="tags/tag8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image2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版面2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1"/>
            <a:ext cx="12192000" cy="648000"/>
          </a:xfrm>
          <a:prstGeom prst="rect">
            <a:avLst/>
          </a:prstGeom>
          <a:gradFill>
            <a:gsLst>
              <a:gs pos="47000">
                <a:srgbClr val="133B44"/>
              </a:gs>
              <a:gs pos="10000">
                <a:srgbClr val="13686D">
                  <a:lumMod val="98000"/>
                  <a:lumOff val="2000"/>
                </a:srgbClr>
              </a:gs>
              <a:gs pos="78000">
                <a:srgbClr val="162836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77150" y="108001"/>
            <a:ext cx="2086988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版面">
    <p:bg>
      <p:bgPr>
        <a:gradFill>
          <a:gsLst>
            <a:gs pos="0">
              <a:schemeClr val="bg1"/>
            </a:gs>
            <a:gs pos="100000">
              <a:schemeClr val="bg1"/>
            </a:gs>
            <a:gs pos="68000">
              <a:srgbClr val="DFF1F2">
                <a:alpha val="100000"/>
              </a:srgbClr>
            </a:gs>
            <a:gs pos="28000">
              <a:srgbClr val="E6F4F5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147320" y="0"/>
            <a:ext cx="9697085" cy="720090"/>
          </a:xfrm>
          <a:prstGeom prst="rect">
            <a:avLst/>
          </a:prstGeom>
        </p:spPr>
        <p:txBody>
          <a:bodyPr anchor="ctr" anchorCtr="0"/>
          <a:lstStyle>
            <a:lvl1pPr>
              <a:defRPr>
                <a:solidFill>
                  <a:srgbClr val="126266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ags" Target="../tags/tag1.xml"/><Relationship Id="rId4" Type="http://schemas.openxmlformats.org/officeDocument/2006/relationships/tags" Target="../tags/tag2.xml"/><Relationship Id="rId5" Type="http://schemas.openxmlformats.org/officeDocument/2006/relationships/tags" Target="../tags/tag3.xml"/><Relationship Id="rId6" Type="http://schemas.openxmlformats.org/officeDocument/2006/relationships/tags" Target="../tags/tag4.xml"/><Relationship Id="rId7" Type="http://schemas.openxmlformats.org/officeDocument/2006/relationships/tags" Target="../tags/tag5.xml"/><Relationship Id="rId8" Type="http://schemas.openxmlformats.org/officeDocument/2006/relationships/tags" Target="../tags/tag6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21"/>
          <p:cNvSpPr txBox="1"/>
          <p:nvPr/>
        </p:nvSpPr>
        <p:spPr>
          <a:xfrm>
            <a:off x="-635" y="-6985"/>
            <a:ext cx="10105390" cy="6477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r>
              <a:rPr>
                <a:solidFill>
                  <a:srgbClr val="0F4E52"/>
                </a:solidFill>
              </a:rPr>
              <a:t>“拉伸新”拉伸性能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24155" y="668020"/>
          <a:ext cx="6256655" cy="6154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9820"/>
                <a:gridCol w="589915"/>
                <a:gridCol w="658495"/>
                <a:gridCol w="923925"/>
                <a:gridCol w="809625"/>
                <a:gridCol w="760730"/>
                <a:gridCol w="706755"/>
              </a:tblGrid>
              <a:tr h="362585">
                <a:tc>
                  <a:txBody>
                    <a:bodyPr/>
                    <a:lstStyle/>
                    <a:p>
                      <a:pPr marL="7620" indent="0" algn="ctr" fontAlgn="ctr"/>
                      <a:r>
                        <a:rPr lang="zh-CN" altLang="en-US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试样</a:t>
                      </a:r>
                      <a:endParaRPr lang="zh-CN" altLang="en-US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r>
                        <a:rPr lang="zh-CN" altLang="en-US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编号</a:t>
                      </a:r>
                      <a:endParaRPr lang="zh-CN" altLang="en-US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7620" indent="0" algn="ctr" fontAlgn="ctr"/>
                      <a:r>
                        <a:rPr lang="zh-CN" altLang="en-US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板厚</a:t>
                      </a:r>
                      <a:r>
                        <a:rPr lang="en-US" altLang="zh-CN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/mm</a:t>
                      </a:r>
                      <a:endParaRPr lang="en-US" altLang="zh-CN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7620" indent="0" algn="ctr" fontAlgn="ctr"/>
                      <a:r>
                        <a:rPr lang="en-US" altLang="zh-CN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Rp0.2/MPa</a:t>
                      </a:r>
                      <a:endParaRPr lang="en-US" altLang="zh-CN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r>
                        <a:rPr lang="en-US" altLang="zh-CN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Rm/MPa</a:t>
                      </a:r>
                      <a:endParaRPr lang="en-US" altLang="zh-CN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Ag</a:t>
                      </a: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7620" indent="0" algn="ctr" fontAlgn="ctr"/>
                      <a:r>
                        <a:rPr lang="en-US" altLang="zh-CN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A/%</a:t>
                      </a:r>
                      <a:endParaRPr lang="en-US" altLang="zh-CN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</a:tr>
              <a:tr h="321310">
                <a:tc rowSpan="4"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2-基材-H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0.995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1373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2012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4.0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5.0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30835">
                <a:tc vMerge="1">
                  <a:txBody>
                    <a:bodyPr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1.011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1424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2066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3.5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4.5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vMerge="1">
                  <a:txBody>
                    <a:bodyPr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0.999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1281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1899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2.4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2.6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vMerge="1">
                  <a:txBody>
                    <a:bodyPr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平均值±标准差</a:t>
                      </a:r>
                    </a:p>
                  </a:txBody>
                  <a:tcPr marL="68580" marR="68580" anchor="ctr" anchorCtr="1">
                    <a:solidFill>
                      <a:srgbClr val="E6F0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620" indent="0"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平均值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标准差  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 hMerge="1">
                  <a:txBody>
                    <a:bodyPr/>
                    <a:p/>
                  </a:txBody>
                  <a:tcPr marL="68580" marR="68580" anchor="ctr" anchorCtr="1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1359±72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1992±85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3.3±0.8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4.0±1.3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0675">
                <a:tc rowSpan="4"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2-基材-B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1.017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1497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1815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2.8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3.7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945">
                <a:tc vMerge="1">
                  <a:txBody>
                    <a:bodyPr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1.015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1489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1803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3.0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4.4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0675">
                <a:tc vMerge="1">
                  <a:txBody>
                    <a:bodyPr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1.001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1511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1848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3.5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4.5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vMerge="1">
                  <a:txBody>
                    <a:bodyPr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平均值±标准差</a:t>
                      </a:r>
                    </a:p>
                  </a:txBody>
                  <a:tcPr marL="68580" marR="68580" anchor="ctr" anchorCtr="1">
                    <a:solidFill>
                      <a:srgbClr val="E6F0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620" indent="0"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平均值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±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标准差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 hMerge="1">
                  <a:txBody>
                    <a:bodyPr/>
                    <a:p/>
                  </a:txBody>
                  <a:tcPr marL="68580" marR="68580" anchor="ctr" anchorCtr="1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1499±11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1822±23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3.1±0.4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4.2±0.4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rowSpan="4"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2-基材-电泳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1.095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1448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1715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3.1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4.3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vMerge="1">
                  <a:txBody>
                    <a:bodyPr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1.088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1438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1706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3.3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5.0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vMerge="1">
                  <a:txBody>
                    <a:bodyPr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1.099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1441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1711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3.3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4.8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vMerge="1">
                  <a:txBody>
                    <a:bodyPr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平均值±标准差</a:t>
                      </a:r>
                    </a:p>
                  </a:txBody>
                  <a:tcPr marL="68580" marR="68580" anchor="ctr" anchorCtr="1">
                    <a:solidFill>
                      <a:srgbClr val="E6F0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620" indent="0"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平均值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±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标准差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 hMerge="1">
                  <a:txBody>
                    <a:bodyPr/>
                    <a:p/>
                  </a:txBody>
                  <a:tcPr marL="68580" marR="68580" anchor="ctr" anchorCtr="1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1442±5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1711±5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3.2±0.1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4.7±0.4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0675">
                <a:tc rowSpan="4"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4-基材-H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1.504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1505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1928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4.5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6.6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945">
                <a:tc vMerge="1">
                  <a:txBody>
                    <a:bodyPr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1.51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1519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1927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4.4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6.7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0675">
                <a:tc vMerge="1">
                  <a:txBody>
                    <a:bodyPr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68580" marR="68580" anchor="ctr" anchorCtr="1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1.508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1530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1940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4.5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7.1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vMerge="1">
                  <a:txBody>
                    <a:bodyPr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平均值±标准差</a:t>
                      </a:r>
                    </a:p>
                  </a:txBody>
                  <a:tcPr marL="68580" marR="68580" anchor="ctr" anchorCtr="1">
                    <a:solidFill>
                      <a:srgbClr val="E6F0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620" indent="0"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平均值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±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标准差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 hMerge="1">
                  <a:txBody>
                    <a:bodyPr/>
                    <a:p/>
                  </a:txBody>
                  <a:tcPr marL="68580" marR="68580" anchor="ctr" anchorCtr="1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1518±13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1932±7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4.5±0.1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6.8±0.3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标题 21"/>
          <p:cNvSpPr txBox="1"/>
          <p:nvPr/>
        </p:nvSpPr>
        <p:spPr>
          <a:xfrm>
            <a:off x="-635" y="-6985"/>
            <a:ext cx="10105390" cy="6477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r>
              <a:rPr>
                <a:solidFill>
                  <a:srgbClr val="0F4E52"/>
                </a:solidFill>
              </a:rPr>
              <a:t>“拉伸新”拉伸性能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24155" y="668020"/>
          <a:ext cx="6256655" cy="6154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9820"/>
                <a:gridCol w="589915"/>
                <a:gridCol w="658495"/>
                <a:gridCol w="923925"/>
                <a:gridCol w="809625"/>
                <a:gridCol w="760730"/>
                <a:gridCol w="706755"/>
              </a:tblGrid>
              <a:tr h="362585">
                <a:tc>
                  <a:txBody>
                    <a:bodyPr/>
                    <a:lstStyle/>
                    <a:p>
                      <a:pPr marL="7620" indent="0" algn="ctr" fontAlgn="ctr"/>
                      <a:r>
                        <a:rPr lang="zh-CN" altLang="en-US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试样</a:t>
                      </a:r>
                      <a:endParaRPr lang="zh-CN" altLang="en-US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r>
                        <a:rPr lang="zh-CN" altLang="en-US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编号</a:t>
                      </a:r>
                      <a:endParaRPr lang="zh-CN" altLang="en-US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7620" indent="0" algn="ctr" fontAlgn="ctr"/>
                      <a:r>
                        <a:rPr lang="zh-CN" altLang="en-US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板厚</a:t>
                      </a:r>
                      <a:r>
                        <a:rPr lang="en-US" altLang="zh-CN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/mm</a:t>
                      </a:r>
                      <a:endParaRPr lang="en-US" altLang="zh-CN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7620" indent="0" algn="ctr" fontAlgn="ctr"/>
                      <a:r>
                        <a:rPr lang="en-US" altLang="zh-CN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Rp0.2/MPa</a:t>
                      </a:r>
                      <a:endParaRPr lang="en-US" altLang="zh-CN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r>
                        <a:rPr lang="en-US" altLang="zh-CN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Rm/MPa</a:t>
                      </a:r>
                      <a:endParaRPr lang="en-US" altLang="zh-CN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Ag</a:t>
                      </a: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7620" indent="0" algn="ctr" fontAlgn="ctr"/>
                      <a:r>
                        <a:rPr lang="en-US" altLang="zh-CN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A/%</a:t>
                      </a:r>
                      <a:endParaRPr lang="en-US" altLang="zh-CN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</a:tr>
              <a:tr h="321310">
                <a:tc rowSpan="4"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4-基材-B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1.5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1564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1872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3.8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5.7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30835">
                <a:tc vMerge="1">
                  <a:txBody>
                    <a:bodyPr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1.496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1562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1876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3.9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6.0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vMerge="1">
                  <a:txBody>
                    <a:bodyPr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1.494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1535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1872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4.4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7.0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vMerge="1">
                  <a:txBody>
                    <a:bodyPr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平均值±标准差</a:t>
                      </a:r>
                    </a:p>
                  </a:txBody>
                  <a:tcPr marL="68580" marR="68580" anchor="ctr" anchorCtr="1">
                    <a:solidFill>
                      <a:srgbClr val="E6F0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620" indent="0"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平均值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标准差  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 hMerge="1">
                  <a:txBody>
                    <a:bodyPr/>
                    <a:p/>
                  </a:txBody>
                  <a:tcPr marL="68580" marR="68580" anchor="ctr" anchorCtr="1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1554±16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1873±2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4.0±0.3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6.2±0.7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0675">
                <a:tc rowSpan="4"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4-基材-电泳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1.58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1443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1790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4.2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6.5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945">
                <a:tc vMerge="1">
                  <a:txBody>
                    <a:bodyPr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1.583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1478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1807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4.2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6.5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0675">
                <a:tc vMerge="1">
                  <a:txBody>
                    <a:bodyPr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1.582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1472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1799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4.0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6.2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vMerge="1">
                  <a:txBody>
                    <a:bodyPr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平均值±标准差</a:t>
                      </a:r>
                    </a:p>
                  </a:txBody>
                  <a:tcPr marL="68580" marR="68580" anchor="ctr" anchorCtr="1">
                    <a:solidFill>
                      <a:srgbClr val="E6F0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620" indent="0"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平均值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±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标准差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 hMerge="1">
                  <a:txBody>
                    <a:bodyPr/>
                    <a:p/>
                  </a:txBody>
                  <a:tcPr marL="68580" marR="68580" anchor="ctr" anchorCtr="1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1464±19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1799±9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4.1±0.1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6.4±0.2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rowSpan="4"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5-基材-H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1.503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1406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2106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3.9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4.5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vMerge="1">
                  <a:txBody>
                    <a:bodyPr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1.499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1446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2062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2.4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2.4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vMerge="1">
                  <a:txBody>
                    <a:bodyPr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1.504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1450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2089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2.3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2.3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vMerge="1">
                  <a:txBody>
                    <a:bodyPr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平均值±标准差</a:t>
                      </a:r>
                    </a:p>
                  </a:txBody>
                  <a:tcPr marL="68580" marR="68580" anchor="ctr" anchorCtr="1">
                    <a:solidFill>
                      <a:srgbClr val="E6F0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620" indent="0"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平均值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±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标准差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 hMerge="1">
                  <a:txBody>
                    <a:bodyPr/>
                    <a:p/>
                  </a:txBody>
                  <a:tcPr marL="68580" marR="68580" anchor="ctr" anchorCtr="1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1434±24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2086±22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2.9±0.9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3.1±1.2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0675">
                <a:tc rowSpan="4"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5-基材-B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1.495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1534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1954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4.1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6.3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945">
                <a:tc vMerge="1">
                  <a:txBody>
                    <a:bodyPr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1.491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1587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1980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3.7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5.8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0675">
                <a:tc vMerge="1">
                  <a:txBody>
                    <a:bodyPr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68580" marR="68580" anchor="ctr" anchorCtr="1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1.495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1582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1962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3.6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5.8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vMerge="1">
                  <a:txBody>
                    <a:bodyPr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平均值±标准差</a:t>
                      </a:r>
                    </a:p>
                  </a:txBody>
                  <a:tcPr marL="68580" marR="68580" anchor="ctr" anchorCtr="1">
                    <a:solidFill>
                      <a:srgbClr val="E6F0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620" indent="0"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平均值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±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标准差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 hMerge="1">
                  <a:txBody>
                    <a:bodyPr/>
                    <a:p/>
                  </a:txBody>
                  <a:tcPr marL="68580" marR="68580" anchor="ctr" anchorCtr="1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1568±29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1965±13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3.8±0.3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6.0±0.3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标题 21"/>
          <p:cNvSpPr txBox="1"/>
          <p:nvPr/>
        </p:nvSpPr>
        <p:spPr>
          <a:xfrm>
            <a:off x="-635" y="-6985"/>
            <a:ext cx="10105390" cy="6477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r>
              <a:rPr>
                <a:solidFill>
                  <a:srgbClr val="0F4E52"/>
                </a:solidFill>
              </a:rPr>
              <a:t>“拉伸新”拉伸性能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24155" y="668020"/>
          <a:ext cx="6256655" cy="6154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9820"/>
                <a:gridCol w="589915"/>
                <a:gridCol w="658495"/>
                <a:gridCol w="923925"/>
                <a:gridCol w="809625"/>
                <a:gridCol w="760730"/>
                <a:gridCol w="706755"/>
              </a:tblGrid>
              <a:tr h="362585">
                <a:tc>
                  <a:txBody>
                    <a:bodyPr/>
                    <a:lstStyle/>
                    <a:p>
                      <a:pPr marL="7620" indent="0" algn="ctr" fontAlgn="ctr"/>
                      <a:r>
                        <a:rPr lang="zh-CN" altLang="en-US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试样</a:t>
                      </a:r>
                      <a:endParaRPr lang="zh-CN" altLang="en-US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r>
                        <a:rPr lang="zh-CN" altLang="en-US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编号</a:t>
                      </a:r>
                      <a:endParaRPr lang="zh-CN" altLang="en-US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7620" indent="0" algn="ctr" fontAlgn="ctr"/>
                      <a:r>
                        <a:rPr lang="zh-CN" altLang="en-US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板厚</a:t>
                      </a:r>
                      <a:r>
                        <a:rPr lang="en-US" altLang="zh-CN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/mm</a:t>
                      </a:r>
                      <a:endParaRPr lang="en-US" altLang="zh-CN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7620" indent="0" algn="ctr" fontAlgn="ctr"/>
                      <a:r>
                        <a:rPr lang="en-US" altLang="zh-CN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Rp0.2/MPa</a:t>
                      </a:r>
                      <a:endParaRPr lang="en-US" altLang="zh-CN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r>
                        <a:rPr lang="en-US" altLang="zh-CN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Rm/MPa</a:t>
                      </a:r>
                      <a:endParaRPr lang="en-US" altLang="zh-CN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Ag</a:t>
                      </a: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7620" indent="0" algn="ctr" fontAlgn="ctr"/>
                      <a:r>
                        <a:rPr lang="en-US" altLang="zh-CN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A/%</a:t>
                      </a:r>
                      <a:endParaRPr lang="en-US" altLang="zh-CN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</a:tr>
              <a:tr h="321310">
                <a:tc rowSpan="4"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5-基材-电泳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1.565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1510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1845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3.8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6.3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30835">
                <a:tc vMerge="1">
                  <a:txBody>
                    <a:bodyPr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1.568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1482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1824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3.7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5.9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vMerge="1">
                  <a:txBody>
                    <a:bodyPr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1.557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1488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1814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3.7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6.3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vMerge="1">
                  <a:txBody>
                    <a:bodyPr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平均值±标准差</a:t>
                      </a:r>
                    </a:p>
                  </a:txBody>
                  <a:tcPr marL="68580" marR="68580" anchor="ctr" anchorCtr="1">
                    <a:solidFill>
                      <a:srgbClr val="E6F0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620" indent="0"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平均值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标准差  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 hMerge="1">
                  <a:txBody>
                    <a:bodyPr/>
                    <a:p/>
                  </a:txBody>
                  <a:tcPr marL="68580" marR="68580" anchor="ctr" anchorCtr="1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1493±15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1828±16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3.7±0.1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6.2±0.2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0675">
                <a:tc rowSpan="4"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5-焊缝-H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1.221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1561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2077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945">
                <a:tc vMerge="1">
                  <a:txBody>
                    <a:bodyPr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1.217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1559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2086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1.9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2.5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0675">
                <a:tc vMerge="1">
                  <a:txBody>
                    <a:bodyPr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1.214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1559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vMerge="1">
                  <a:txBody>
                    <a:bodyPr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平均值±标准差</a:t>
                      </a:r>
                    </a:p>
                  </a:txBody>
                  <a:tcPr marL="68580" marR="68580" anchor="ctr" anchorCtr="1">
                    <a:solidFill>
                      <a:srgbClr val="E6F0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620" indent="0"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平均值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±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标准差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 hMerge="1">
                  <a:txBody>
                    <a:bodyPr/>
                    <a:p/>
                  </a:txBody>
                  <a:tcPr marL="68580" marR="68580" anchor="ctr" anchorCtr="1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1560±1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2068±23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1.4±0.5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1.6±0.8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rowSpan="4"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5-焊缝-B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1.219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1662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1961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2.1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3.6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vMerge="1">
                  <a:txBody>
                    <a:bodyPr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1.214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1680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1967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1.9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3.2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vMerge="1">
                  <a:txBody>
                    <a:bodyPr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1.217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1647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1972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2.4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3.9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vMerge="1">
                  <a:txBody>
                    <a:bodyPr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平均值±标准差</a:t>
                      </a:r>
                    </a:p>
                  </a:txBody>
                  <a:tcPr marL="68580" marR="68580" anchor="ctr" anchorCtr="1">
                    <a:solidFill>
                      <a:srgbClr val="E6F0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620" indent="0"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平均值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±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标准差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 hMerge="1">
                  <a:txBody>
                    <a:bodyPr/>
                    <a:p/>
                  </a:txBody>
                  <a:tcPr marL="68580" marR="68580" anchor="ctr" anchorCtr="1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1663±17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1967±6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2.1±0.3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3.6±0.4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0675">
                <a:tc rowSpan="4"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5-焊缝-电泳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1.282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1532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1790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2.2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3.8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945">
                <a:tc vMerge="1">
                  <a:txBody>
                    <a:bodyPr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1.287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1532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1793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1.9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3.4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0675">
                <a:tc vMerge="1">
                  <a:txBody>
                    <a:bodyPr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68580" marR="68580" anchor="ctr" anchorCtr="1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1.286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1589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1795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1.4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2.8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vMerge="1">
                  <a:txBody>
                    <a:bodyPr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平均值±标准差</a:t>
                      </a:r>
                    </a:p>
                  </a:txBody>
                  <a:tcPr marL="68580" marR="68580" anchor="ctr" anchorCtr="1">
                    <a:solidFill>
                      <a:srgbClr val="E6F0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620" indent="0"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平均值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±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标准差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 hMerge="1">
                  <a:txBody>
                    <a:bodyPr/>
                    <a:p/>
                  </a:txBody>
                  <a:tcPr marL="68580" marR="68580" anchor="ctr" anchorCtr="1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1551±33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1793±3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1.8±0.4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3.3±0.5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7.xml><?xml version="1.0" encoding="utf-8"?>
<p:tagLst xmlns:p="http://schemas.openxmlformats.org/presentationml/2006/main">
  <p:tag name="TABLE_ENDDRAG_ORIGIN_RECT" val="492*433"/>
  <p:tag name="TABLE_ENDDRAG_RECT" val="18*66*492*433"/>
</p:tagLst>
</file>

<file path=ppt/tags/tag8.xml><?xml version="1.0" encoding="utf-8"?>
<p:tagLst xmlns:p="http://schemas.openxmlformats.org/presentationml/2006/main">
  <p:tag name="commondata" val="eyJoZGlkIjoiMDg4OWYyZDk2MzQyZDBkNTMxMmE3ZDQ4ZDFjNTY3YTMifQ=="/>
</p:tagLst>
</file>

<file path=ppt/theme/theme1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</Words>
  <Application>WPS 演示</Application>
  <PresentationFormat>宽屏</PresentationFormat>
  <Paragraphs>32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微软雅黑 Light</vt:lpstr>
      <vt:lpstr>Arial</vt:lpstr>
      <vt:lpstr>Arial Unicode MS</vt:lpstr>
      <vt:lpstr>Calibri</vt:lpstr>
      <vt:lpstr>Calibri Light</vt:lpstr>
      <vt:lpstr>1_WPS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张桢</cp:lastModifiedBy>
  <cp:revision>161</cp:revision>
  <dcterms:created xsi:type="dcterms:W3CDTF">2019-06-19T02:08:00Z</dcterms:created>
  <dcterms:modified xsi:type="dcterms:W3CDTF">2026-03-02T06:01:19Z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2052-12.1.0.17133</vt:lpwstr>
  </property>
  <property fmtid="{D5CDD505-2E9C-101B-9397-08002B2CF9AE}" pid="3" name="ICV">
    <vt:lpwstr>09E2CBA7819E4460886E4C44F83B96BF_11</vt:lpwstr>
  </property>
</Properties>
</file>