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206plus" initials="2" lastIdx="1" clrIdx="0"/>
  <p:cmAuthor id="1483810881" name="WPS_1679281038" initials="W" lastIdx="1" clrIdx="2"/>
  <p:cmAuthor id="1" name="Jianfeng Wang （王建锋）" initials="JW（" lastIdx="1" clrIdx="0"/>
  <p:cmAuthor id="8" name="Zhenglue_Wen" initials="Z" lastIdx="1" clrIdx="7"/>
  <p:cmAuthor id="2" name="zhou shu" initials="zs" lastIdx="5" clrIdx="1"/>
  <p:cmAuthor id="9" name="Administrator" initials="A" lastIdx="1" clrIdx="8"/>
  <p:cmAuthor id="3" name="孙正启" initials="szq" lastIdx="5" clrIdx="2"/>
  <p:cmAuthor id="4" name="zhou_shu" initials="z" lastIdx="1" clrIdx="3"/>
  <p:cmAuthor id="5" name="周澍" initials="周" lastIdx="1" clrIdx="4"/>
  <p:cmAuthor id="75" name="作者" initials="A" lastIdx="0" clrIdx="24"/>
  <p:cmAuthor id="6" name="W" initials="W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7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7" Type="http://schemas.openxmlformats.org/officeDocument/2006/relationships/commentAuthors" Target="commentAuthors.xml"/><Relationship Id="rId8" Type="http://schemas.openxmlformats.org/officeDocument/2006/relationships/tags" Target="tags/tag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image2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版面2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1"/>
            <a:ext cx="12192000" cy="648000"/>
          </a:xfrm>
          <a:prstGeom prst="rect">
            <a:avLst/>
          </a:prstGeom>
          <a:gradFill>
            <a:gsLst>
              <a:gs pos="47000">
                <a:srgbClr val="133B44"/>
              </a:gs>
              <a:gs pos="10000">
                <a:srgbClr val="13686D">
                  <a:lumMod val="98000"/>
                  <a:lumOff val="2000"/>
                </a:srgbClr>
              </a:gs>
              <a:gs pos="78000">
                <a:srgbClr val="162836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77150" y="108001"/>
            <a:ext cx="2086988" cy="43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版面">
    <p:bg>
      <p:bgPr>
        <a:gradFill>
          <a:gsLst>
            <a:gs pos="0">
              <a:schemeClr val="bg1"/>
            </a:gs>
            <a:gs pos="100000">
              <a:schemeClr val="bg1"/>
            </a:gs>
            <a:gs pos="68000">
              <a:srgbClr val="DFF1F2">
                <a:alpha val="100000"/>
              </a:srgbClr>
            </a:gs>
            <a:gs pos="28000">
              <a:srgbClr val="E6F4F5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147320" y="0"/>
            <a:ext cx="9697085" cy="720090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solidFill>
                  <a:srgbClr val="126266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ags" Target="../tags/tag1.xml"/><Relationship Id="rId4" Type="http://schemas.openxmlformats.org/officeDocument/2006/relationships/tags" Target="../tags/tag2.xml"/><Relationship Id="rId5" Type="http://schemas.openxmlformats.org/officeDocument/2006/relationships/tags" Target="../tags/tag3.xml"/><Relationship Id="rId6" Type="http://schemas.openxmlformats.org/officeDocument/2006/relationships/tags" Target="../tags/tag4.xml"/><Relationship Id="rId7" Type="http://schemas.openxmlformats.org/officeDocument/2006/relationships/tags" Target="../tags/tag5.xml"/><Relationship Id="rId8" Type="http://schemas.openxmlformats.org/officeDocument/2006/relationships/tags" Target="../tags/tag6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21"/>
          <p:cNvSpPr txBox="1"/>
          <p:nvPr/>
        </p:nvSpPr>
        <p:spPr>
          <a:xfrm>
            <a:off x="-635" y="-6985"/>
            <a:ext cx="10105390" cy="6477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</a:lstStyle>
          <a:p>
            <a:r>
              <a:rPr>
                <a:solidFill>
                  <a:srgbClr val="0F4E52"/>
                </a:solidFill>
              </a:rPr>
              <a:t>“拉伸旧”拉伸性能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24155" y="668020"/>
          <a:ext cx="6256655" cy="6154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9820"/>
                <a:gridCol w="589915"/>
                <a:gridCol w="658495"/>
                <a:gridCol w="923925"/>
                <a:gridCol w="809625"/>
                <a:gridCol w="760730"/>
                <a:gridCol w="706755"/>
              </a:tblGrid>
              <a:tr h="362585">
                <a:tc>
                  <a:txBody>
                    <a:bodyPr/>
                    <a:lstStyle/>
                    <a:p>
                      <a:pPr marL="7620" indent="0" algn="ctr" fontAlgn="ctr"/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试样</a:t>
                      </a:r>
                      <a:endParaRPr lang="zh-CN" altLang="en-US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编号</a:t>
                      </a:r>
                      <a:endParaRPr lang="zh-CN" altLang="en-US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7620" indent="0" algn="ctr" fontAlgn="ctr"/>
                      <a:r>
                        <a:rPr lang="zh-CN" altLang="en-US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板厚</a:t>
                      </a:r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/mm</a:t>
                      </a:r>
                      <a:endParaRPr lang="en-US" altLang="zh-CN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7620" indent="0" algn="ctr" fontAlgn="ctr"/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Rp0.2/MPa</a:t>
                      </a:r>
                      <a:endParaRPr lang="en-US" altLang="zh-CN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Rm/MPa</a:t>
                      </a:r>
                      <a:endParaRPr lang="en-US" altLang="zh-CN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/>
                        </a:rPr>
                        <a:t>Ag</a:t>
                      </a: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 b="1">
                          <a:solidFill>
                            <a:schemeClr val="lt1"/>
                          </a:solidFill>
                        </a:defRPr>
                      </a:defPPr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marL="7620" indent="0" algn="ctr" fontAlgn="ctr"/>
                      <a:r>
                        <a:rPr lang="en-US" altLang="zh-CN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A/%</a:t>
                      </a:r>
                      <a:endParaRPr lang="en-US" altLang="zh-CN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19898D"/>
                    </a:solidFill>
                  </a:tcPr>
                </a:tc>
              </a:tr>
              <a:tr h="321310">
                <a:tc rowSpan="4"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N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1.147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1534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1899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3.8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5.3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30835">
                <a:tc vMerge="1">
                  <a:txBody>
                    <a:bodyPr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1.143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1536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1912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3.9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5.5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xBody>
                    <a:bodyPr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1.145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1544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1914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4.0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6.2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xBody>
                    <a:bodyPr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平均值±标准差</a:t>
                      </a:r>
                    </a:p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620" indent="0"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平均值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±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标准差  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 hMerge="1">
                  <a:txBody>
                    <a:bodyPr/>
                    <a:p/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1538±5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1908±8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3.9±0.1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5.7±0.5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0675">
                <a:tc rowSpan="4"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Y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1.131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1496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1865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3.6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4.9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945">
                <a:tc vMerge="1">
                  <a:txBody>
                    <a:bodyPr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1.134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1498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1884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3.8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5.2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0675">
                <a:tc vMerge="1">
                  <a:txBody>
                    <a:bodyPr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1.137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1500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1870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3.9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微软雅黑"/>
                        </a:rPr>
                        <a:t>5.2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xBody>
                    <a:bodyPr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平均值±标准差</a:t>
                      </a:r>
                    </a:p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620" indent="0"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平均值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±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标准差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 hMerge="1">
                  <a:txBody>
                    <a:bodyPr/>
                    <a:p/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1498±2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1873±10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3.8±0.2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9898D"/>
                          </a:solidFill>
                          <a:latin typeface="微软雅黑"/>
                        </a:rPr>
                        <a:t>5.1±0.2</a:t>
                      </a: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rowSpan="4">
                  <a:txBody>
                    <a:bodyPr/>
                    <a:lstStyle/>
                    <a:p>
                      <a:pPr marL="7620" indent="0" algn="ctr" fontAlgn="ctr"/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xBody>
                    <a:bodyPr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xBody>
                    <a:bodyPr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xBody>
                    <a:bodyPr/>
                    <a:p/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620" indent="0"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平均值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±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标准差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 hMerge="1">
                  <a:txBody>
                    <a:bodyPr/>
                    <a:p/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0675">
                <a:tc rowSpan="4">
                  <a:txBody>
                    <a:bodyPr/>
                    <a:lstStyle/>
                    <a:p>
                      <a:pPr marL="7620" indent="0" algn="ctr" fontAlgn="ctr"/>
                      <a:endParaRPr lang="en-US" altLang="zh-CN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945">
                <a:tc vMerge="1">
                  <a:txBody>
                    <a:bodyPr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0675">
                <a:tc vMerge="1">
                  <a:txBody>
                    <a:bodyPr/>
                    <a:p/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t"/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  <a:tr h="321310">
                <a:tc vMerge="1">
                  <a:txBody>
                    <a:bodyPr/>
                    <a:p/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620" indent="0"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平均值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±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标准差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 hMerge="1">
                  <a:txBody>
                    <a:bodyPr/>
                    <a:p/>
                  </a:txBody>
                  <a:tcPr marL="68580" marR="68580" anchor="ctr" anchorCtr="1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  <a:tc>
                  <a:txBody>
                    <a:bodyPr/>
                    <a:lstStyle/>
                    <a:p>
                      <a:pPr marL="7620" indent="0" algn="ctr" fontAlgn="ctr"/>
                      <a:endParaRPr lang="en-US" altLang="zh-CN" sz="1400" b="0" i="0">
                        <a:solidFill>
                          <a:srgbClr val="19898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anchor="ctr" anchorCtr="0">
                    <a:solidFill>
                      <a:srgbClr val="E6F0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.xml><?xml version="1.0" encoding="utf-8"?>
<p:tagLst xmlns:p="http://schemas.openxmlformats.org/presentationml/2006/main">
  <p:tag name="TABLE_ENDDRAG_ORIGIN_RECT" val="492*433"/>
  <p:tag name="TABLE_ENDDRAG_RECT" val="18*66*492*433"/>
</p:tagLst>
</file>

<file path=ppt/tags/tag8.xml><?xml version="1.0" encoding="utf-8"?>
<p:tagLst xmlns:p="http://schemas.openxmlformats.org/presentationml/2006/main">
  <p:tag name="commondata" val="eyJoZGlkIjoiMDg4OWYyZDk2MzQyZDBkNTMxMmE3ZDQ4ZDFjNTY3YTMifQ=="/>
</p:tagLst>
</file>

<file path=ppt/theme/theme1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</Words>
  <Application>WPS 演示</Application>
  <PresentationFormat>宽屏</PresentationFormat>
  <Paragraphs>32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微软雅黑 Light</vt:lpstr>
      <vt:lpstr>Arial</vt:lpstr>
      <vt:lpstr>Arial Unicode MS</vt:lpstr>
      <vt:lpstr>Calibri</vt:lpstr>
      <vt:lpstr>Calibri Light</vt:lpstr>
      <vt:lpstr>1_WPS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张桢</cp:lastModifiedBy>
  <cp:revision>161</cp:revision>
  <dcterms:created xsi:type="dcterms:W3CDTF">2019-06-19T02:08:00Z</dcterms:created>
  <dcterms:modified xsi:type="dcterms:W3CDTF">2026-03-02T06:01:19Z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2052-12.1.0.17133</vt:lpwstr>
  </property>
  <property fmtid="{D5CDD505-2E9C-101B-9397-08002B2CF9AE}" pid="3" name="ICV">
    <vt:lpwstr>09E2CBA7819E4460886E4C44F83B96BF_11</vt:lpwstr>
  </property>
</Properties>
</file>